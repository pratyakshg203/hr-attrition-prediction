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Analytics – Employee Attrition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BY- Pratyaksh Gupta</a:t>
            </a:r>
          </a:p>
          <a:p>
            <a:r>
              <a:rPr lang="en-US" dirty="0"/>
              <a:t>Aspiring Data Analyst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Built attrition prediction models using Logistic Regression and Decision Tree</a:t>
            </a:r>
          </a:p>
          <a:p>
            <a:pPr marL="0" indent="0">
              <a:buNone/>
            </a:pPr>
            <a:r>
              <a:rPr dirty="0"/>
              <a:t>• Achieved ~85% predictive accuracy</a:t>
            </a:r>
          </a:p>
          <a:p>
            <a:pPr marL="0" indent="0">
              <a:buNone/>
            </a:pPr>
            <a:r>
              <a:rPr dirty="0"/>
              <a:t>• Developed Power BI dashboards for HR decision-making</a:t>
            </a:r>
          </a:p>
          <a:p>
            <a:pPr marL="0" indent="0">
              <a:buNone/>
            </a:pPr>
            <a:r>
              <a:rPr dirty="0"/>
              <a:t>• Identified overtime, income, age, and satisfaction as key attrition drivers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attrition increases hiring costs and impacts productivity.</a:t>
            </a:r>
          </a:p>
          <a:p>
            <a:r>
              <a:t>Goal: Predict attrition risk and help HR take proactive retention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</a:t>
            </a:r>
          </a:p>
        </p:txBody>
      </p:sp>
      <p:pic>
        <p:nvPicPr>
          <p:cNvPr id="3" name="Picture 2" descr="3b403e63-9480-4677-bbd9-3ae82bf178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38" y="1278367"/>
            <a:ext cx="8229600" cy="45489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Drivers</a:t>
            </a:r>
          </a:p>
        </p:txBody>
      </p:sp>
      <p:pic>
        <p:nvPicPr>
          <p:cNvPr id="3" name="Picture 2" descr="a085cda1-1333-4544-b0f3-535bf6b462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5" y="1106698"/>
            <a:ext cx="8229600" cy="4644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Dashboard</a:t>
            </a:r>
          </a:p>
        </p:txBody>
      </p:sp>
      <p:pic>
        <p:nvPicPr>
          <p:cNvPr id="3" name="Picture 2" descr="5604b334-ae33-42b4-bcac-538c3e929f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6297"/>
            <a:ext cx="8229600" cy="4578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70C3-B883-6152-F01A-C9D96E29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8F569-FEC7-4E34-D28A-344C25BDF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0" y="1589045"/>
            <a:ext cx="8417860" cy="477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1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Overtime is the strongest attrition driver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Research &amp; Development and Sales show highest attrition</a:t>
            </a:r>
          </a:p>
          <a:p>
            <a:pPr marL="0" indent="0">
              <a:buNone/>
            </a:pPr>
            <a:r>
              <a:rPr dirty="0"/>
              <a:t>• Laboratory Technicians and Sales Executives have elevated turnover</a:t>
            </a:r>
          </a:p>
          <a:p>
            <a:pPr marL="0" indent="0">
              <a:buNone/>
            </a:pPr>
            <a:r>
              <a:rPr dirty="0"/>
              <a:t>• Majority of employees fall into Low Risk category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Monitor high-risk employees regularly</a:t>
            </a:r>
          </a:p>
          <a:p>
            <a:pPr marL="0" indent="0">
              <a:buNone/>
            </a:pPr>
            <a:r>
              <a:rPr dirty="0"/>
              <a:t>• Reduce excessive overtime</a:t>
            </a:r>
          </a:p>
          <a:p>
            <a:pPr marL="0" indent="0">
              <a:buNone/>
            </a:pPr>
            <a:r>
              <a:rPr dirty="0"/>
              <a:t>• Improve employee engagement and career</a:t>
            </a:r>
            <a:r>
              <a:rPr lang="en-IN" dirty="0"/>
              <a:t> </a:t>
            </a:r>
            <a:r>
              <a:rPr dirty="0"/>
              <a:t>growth initiatives</a:t>
            </a:r>
          </a:p>
          <a:p>
            <a:pPr marL="0" indent="0">
              <a:buNone/>
            </a:pPr>
            <a:r>
              <a:rPr dirty="0"/>
              <a:t>• Use predictive analytics to support retention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149</Words>
  <Application>Microsoft Office PowerPoint</Application>
  <PresentationFormat>On-screen Show (4:3)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HR Analytics – Employee Attrition Prediction</vt:lpstr>
      <vt:lpstr>Executive Summary</vt:lpstr>
      <vt:lpstr>Business Problem</vt:lpstr>
      <vt:lpstr>Executive Dashboard</vt:lpstr>
      <vt:lpstr>Attrition Drivers</vt:lpstr>
      <vt:lpstr>Prediction Dashboard</vt:lpstr>
      <vt:lpstr>DEMOGRAPHICS</vt:lpstr>
      <vt:lpstr>Key Insights</vt:lpstr>
      <vt:lpstr>Recommendations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Pratyaksh Gupta</cp:lastModifiedBy>
  <cp:revision>2</cp:revision>
  <dcterms:created xsi:type="dcterms:W3CDTF">2013-01-27T09:14:16Z</dcterms:created>
  <dcterms:modified xsi:type="dcterms:W3CDTF">2026-06-23T11:35:49Z</dcterms:modified>
  <cp:category/>
</cp:coreProperties>
</file>